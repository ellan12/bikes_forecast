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65A82"/>
                </a:solidFill>
                <a:latin typeface="Arial"/>
              </a:rPr>
              <a:t>Error Metrics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AutoARIMA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MAPE / MAE</c:v>
                  </c:pt>
                  <c:pt idx="1">
                    <c:v>MSPE / MSE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0.2458</c:v>
                </c:pt>
                <c:pt idx="1">
                  <c:v>0.0902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MAPE / MAE</c:v>
                  </c:pt>
                  <c:pt idx="1">
                    <c:v>MSPE / MSE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0.236</c:v>
                </c:pt>
                <c:pt idx="1">
                  <c:v>0.0904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2834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Sales Forecasting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&amp; Q4 2024 Forecast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5943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Ella Ndalla  |  March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15087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23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4023360"/>
            <a:ext cx="15087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4023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LSTM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0" y="4023360"/>
            <a:ext cx="15087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4023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AutoARIMA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06440" y="4023360"/>
            <a:ext cx="15087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4023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0" y="4023360"/>
            <a:ext cx="15087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4023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690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06908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fictitious bicycle manufacturer distributes bikes nationwide to 93 bike shops across the continental US.
</a:t>
            </a:r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 performance for Q1–Q3 2024 and generate accurate Q4 2024 forecasts.
</a:t>
            </a:r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Questions:
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bike categories drive the most revenue?
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shops are top performers?
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forecasting model performs best?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690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40690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600200"/>
            <a:ext cx="3840480" cy="6858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002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4,753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6364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Products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2404872"/>
            <a:ext cx="3840480" cy="6858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40487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63640" y="24048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Shops Nationwide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3209544"/>
            <a:ext cx="3840480" cy="6858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209544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109,514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63640" y="320954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Lines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4014216"/>
            <a:ext cx="3840480" cy="6858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4014216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63640" y="401421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Historical Sales Data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5603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bike_id (PK)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57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054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52928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52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2560320" cy="310896"/>
          </a:xfrm>
          <a:prstGeom prst="rect">
            <a:avLst/>
          </a:prstGeom>
          <a:solidFill>
            <a:srgbClr val="E8F4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461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4,753 records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960120"/>
            <a:ext cx="256032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Orderlines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91840" y="1417320"/>
            <a:ext cx="2560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463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(PK)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1810512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8105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157984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157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2505456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5054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2852928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852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bikeshop_id (FK)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3200400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2004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bike_id (FK)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593592"/>
            <a:ext cx="2560320" cy="310896"/>
          </a:xfrm>
          <a:prstGeom prst="rect">
            <a:avLst/>
          </a:prstGeom>
          <a:solidFill>
            <a:srgbClr val="E8F4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593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109,514 records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960120"/>
            <a:ext cx="25603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Bikeshops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217920" y="1417320"/>
            <a:ext cx="25603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1463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bikeshop_id (PK)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1810512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18105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bikeshop_name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2157984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2157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2505456"/>
            <a:ext cx="2377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25054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2898648"/>
            <a:ext cx="2560320" cy="310896"/>
          </a:xfrm>
          <a:prstGeom prst="rect">
            <a:avLst/>
          </a:prstGeom>
          <a:solidFill>
            <a:srgbClr val="E8F4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28986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records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926080" y="2103120"/>
            <a:ext cx="5029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52160" y="2103120"/>
            <a:ext cx="5029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FFF8E7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Automation: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and cleaning is fully automated via the </a:t>
            </a:r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collect_data()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function in </a:t>
            </a:r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including date parsing, feature splitting (category, frame), and SQLite queries.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CRISP-DM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96012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Business Understanding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" y="1399032"/>
            <a:ext cx="255117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Q4 2024 bike sales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categories &amp; shops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performance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974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96012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Understanding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9272" y="1399032"/>
            <a:ext cx="255117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3 interconnected tables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reports generated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patterns explored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960120"/>
            <a:ext cx="269748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96012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Preparation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45352" y="1399032"/>
            <a:ext cx="255117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location feature splitting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frame extraction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 pipeline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2697480" cy="384048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92608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" y="3364992"/>
            <a:ext cx="255117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AutoARIMA: univariate time series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multivariate deep learning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Tuner optimization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926080"/>
            <a:ext cx="2697480" cy="3840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92608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9272" y="3364992"/>
            <a:ext cx="255117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&amp; MSPE for AutoARIMA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&amp; MSE for LSTM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comparison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9260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926080"/>
            <a:ext cx="2697480" cy="384048"/>
          </a:xfrm>
          <a:prstGeom prst="rect">
            <a:avLst/>
          </a:prstGeom>
          <a:solidFill>
            <a:srgbClr val="CC7722"/>
          </a:solidFill>
          <a:ln w="12700">
            <a:solidFill>
              <a:srgbClr val="CC77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292608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Deployment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45352" y="3364992"/>
            <a:ext cx="2551176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 dashboard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exported to CSV/PKL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 saved (.h5)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776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39776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AutoARIMA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Time Series Forecasting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selects optimal ARIMA order (p, d, q)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&amp; summarized time-series data per shop/category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smooth, conservative forecast lines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stable, interpretable forecasts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291840"/>
            <a:ext cx="1737360" cy="82296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291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0.2458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0" y="3291840"/>
            <a:ext cx="1737360" cy="82296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3291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39776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914400"/>
            <a:ext cx="397764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9144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LSTM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Deep Learning Forecasting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1 LSTM (256 units) + 3 Dense layers (80, 16, 11)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889,428 total parameters (296,475 trainable)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Tuner optimized to minimize validation loss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&amp; split with TensorFlow Datasets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3291840"/>
            <a:ext cx="1737360" cy="82296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291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0.2360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12280" y="3291840"/>
            <a:ext cx="1737360" cy="82296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3291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0.0904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063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914400"/>
            <a:ext cx="30632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0" y="1005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LSTM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852160" y="14630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achieves lower MAE (0.236 vs 0.246) and lower MSE (0.0904 vs 0.0902), demonstrating a slight performance edge.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2514600"/>
            <a:ext cx="306324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514600"/>
            <a:ext cx="306324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Differences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52160" y="3017520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AutoARIMA: smoother forecast lines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more conservative estimates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comparable on small-scale forecasts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preferred for complex patterns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F1C"/>
          </a:solidFill>
          <a:ln w="12700">
            <a:solidFill>
              <a:srgbClr val="0A0F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514600" cy="379476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09728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Top-Selling Category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20574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2240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Bikes are the #1 selling category nationwide, outperforming Road and other bike types consistently across all quarters.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4700" y="1005840"/>
            <a:ext cx="2514600" cy="3794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4820" y="109728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482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6140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Top-Performing Shop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543300" y="2423160"/>
            <a:ext cx="205740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1860" y="2514600"/>
            <a:ext cx="2240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Kansas City 29ers is the highest-grossing bike shop in the network, serving as a key revenue driver for the manufacturer.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514600" cy="3794760"/>
          </a:xfrm>
          <a:prstGeom prst="rect">
            <a:avLst/>
          </a:prstGeom>
          <a:solidFill>
            <a:srgbClr val="0D2137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1097280"/>
            <a:ext cx="594360" cy="5943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Accuracy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5080" y="2423160"/>
            <a:ext cx="2057400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514600"/>
            <a:ext cx="2240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show comparable accuracy on smaller figures. LSTM achieves lower error overall; AutoARIMA produces smoother, more interpretable lines.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Key Components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657600" cy="3931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60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Directory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00_data_raw/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synthetic dataset files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892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03_SRC/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396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Python source: database.py, forecasting.py, runners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368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Bikes_Sales_Forecast_Presentation.pptx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151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slide deck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843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outputs/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0906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 outputs: models, predictions, EDA report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319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database/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requirements.txt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0416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dependencies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4270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README.md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5171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43400" y="914400"/>
            <a:ext cx="44805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914400"/>
            <a:ext cx="64008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987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98848" y="131673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automation — data collection, cleaning, and SQLite queries via collect_data()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1920240"/>
            <a:ext cx="44805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192024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98848" y="23225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arima_forecast, data_prep, extract_and_evaluate — single source for both forecasting scripts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2926080"/>
            <a:ext cx="44805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43400" y="2926080"/>
            <a:ext cx="64008" cy="868680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8848" y="29992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Arima_forecasting.py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98848" y="332841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AutoARIMA pipeline using shared functions imported from forecasting.py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43400" y="3931920"/>
            <a:ext cx="44805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43400" y="3931920"/>
            <a:ext cx="64008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98848" y="40050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Multivariate_forecasting.py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98848" y="43342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training, Keras Tuner optimization, predictions written to outputs/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Bikes are the #1 revenue driver nationwide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Kansas City 29ers leads all bike shops in sales volume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outperforms AutoARIMA with lower MAE (0.236 vs 0.246)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AutoARIMA remains valuable for interpretable, smooth forecasts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perform comparably on smaller regional forecasts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external factors (weather, promotions, seasonality)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regional cluster forecasting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Transformer / Prophet models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forecasting dashboard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retraining pipeline for real-time updates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Interactive Dashboard: </a:t>
            </a:r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https://public.tableau.com/app/profile/ella.claude/viz/BikesslaesForecast/Story1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Bikes Sales Forecasting</dc:title>
  <dc:subject>PptxGenJS Presentation</dc:subject>
  <dc:creator>Ella Ndalla</dc:creator>
  <cp:lastModifiedBy>Ella Ndalla</cp:lastModifiedBy>
  <cp:revision>1</cp:revision>
  <dcterms:created xsi:type="dcterms:W3CDTF">2026-03-17T14:26:03Z</dcterms:created>
  <dcterms:modified xsi:type="dcterms:W3CDTF">2026-03-17T14:26:03Z</dcterms:modified>
</cp:coreProperties>
</file>