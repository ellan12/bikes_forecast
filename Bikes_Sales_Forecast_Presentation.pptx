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65A82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65A82"/>
                </a:solidFill>
                <a:latin typeface="Arial"/>
              </a:rPr>
              <a:t>AutoARIMA vs. Naive Baseline (MASE,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AutoARIMA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0.452</c:v>
                </c:pt>
                <c:pt idx="1">
                  <c:v>0.5705</c:v>
                </c:pt>
                <c:pt idx="2">
                  <c:v>0.7855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Naive Baseline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 Sales Forecasting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 Analysis &amp; Q4 2024 Forecast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594360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Project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Ella Ndalla  |  March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406908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 bicycle manufacturer distributes bikes nationwide to 93 bike shops across the continental US.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performance for Q1–Q3 2024 and generate accurate Q4 2024 forecasts.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Questions: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bike categories drive the most revenue?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shops are top performers?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forecasting model performs best?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40690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1600200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600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6364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Products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2404872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40487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Shops Nationwide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46320" y="3209544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09544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63640" y="320954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014216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4014216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40142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Historical Sales Data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(PK)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Orderlines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91840" y="1417320"/>
            <a:ext cx="256032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(PK)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(FK)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320040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(FK)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 records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17920" y="1417320"/>
            <a:ext cx="25603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(PK)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bikeshop_name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records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5216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4160520"/>
            <a:ext cx="8412480" cy="68580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Automation: 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and cleaning is fully automated via the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collect_data()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 in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including date parsing, feature splitting (category, frame), and SQLite queries.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CRISP-DM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9748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Business Understanding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Q4 2024 bike sales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categories &amp; shops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performance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974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927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Understanding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927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3 interconnected tables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reports generated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patterns explored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960120"/>
            <a:ext cx="2697480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4535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location feature splitting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frame extraction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926080"/>
            <a:ext cx="2697480" cy="384048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univariate time series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multivariate deep learning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Tuner optimization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926080"/>
            <a:ext cx="2697480" cy="3840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1927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&amp; MSPE for AutoARIMA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MSE for LSTM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comparison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2926080"/>
            <a:ext cx="2697480" cy="384048"/>
          </a:xfrm>
          <a:prstGeom prst="rect">
            <a:avLst/>
          </a:prstGeom>
          <a:solidFill>
            <a:srgbClr val="CC7722"/>
          </a:solidFill>
          <a:ln w="12700">
            <a:solidFill>
              <a:srgbClr val="CC77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535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Deployment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4535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 dashboard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exported to CSV/PKL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saved (.h5)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397764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Time Series Forecasting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selects optimal ARIMA order (p, d, q)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&amp; summarized time-series data per shop/category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smooth, conservative forecast lines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stable, interpretable forecasts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20.9%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914400"/>
            <a:ext cx="397764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Deep Learning Forecasting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1 LSTM (256 units) + 3 Dense layers (80, 16, 11)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889,428 total parameters (296,475 trainable)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Tuner optimized to minimize validation loss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&amp; split with TensorFlow Datasets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0.2360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0.0904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91440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14400"/>
            <a:ext cx="3063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914400"/>
            <a:ext cx="3063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0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Beats Naive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scores MASE &lt; 1 at every grouping level (0.45–0.79), confirming it beats a naive forecast on real holdout data — not just a smaller error number in isolation.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514600"/>
            <a:ext cx="306324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2514600"/>
            <a:ext cx="306324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5216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Differences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3017520"/>
            <a:ext cx="2834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smoother forecast lines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preferred over MAPE — MAPE explodes when actuals are near zero (e.g. bikeshop-level)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baseline scored independently — not just folded into a ratio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scored against the same holdout via compare_arima_lstm()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F1C"/>
          </a:solidFill>
          <a:ln w="12700">
            <a:solidFill>
              <a:srgbClr val="0A0F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097280"/>
            <a:ext cx="594360" cy="5943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Top-Selling Category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0574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selling category nationwide, outperforming Road and other bike types consistently across all quarters.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4820" y="1097280"/>
            <a:ext cx="594360" cy="5943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482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Top-Performing Shop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43300" y="2423160"/>
            <a:ext cx="205740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186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is the highest-grossing bike shop in the network, serving as a key revenue driver for the manufacturer.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1097280"/>
            <a:ext cx="594360" cy="59436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Accuracy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55080" y="2423160"/>
            <a:ext cx="2057400" cy="0"/>
          </a:xfrm>
          <a:prstGeom prst="line">
            <a:avLst/>
          </a:prstGeom>
          <a:noFill/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beats a naive baseline at every grouping level (MASE 0.45–0.79 vs. 1.0). AutoARIMA produces smoother, interpretable lines; LSTM gives more conservative point estimates on the same holdout.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&amp; Key Components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6576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Directory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00_data_raw/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synthetic dataset files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892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03_SRC/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39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 source: database.py, forecasting.py, runners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Bikes_Sales_Forecast_Presentation.pptx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6151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slide deck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843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outputs/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906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 outputs: models, predictions, EDA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3192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database/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requirements.txt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dependencies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42702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README.md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5171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43400" y="91440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43400" y="914400"/>
            <a:ext cx="64008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98848" y="987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13167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 — data collection, cleaning, and SQLite queries via collect_data()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43400" y="192024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8848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98848" y="2322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modeling/evaluation logic, plus naive-baseline and MASE scoring (compare_arima_lstm)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43400" y="292608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43400" y="2926080"/>
            <a:ext cx="64008" cy="868680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Arima_forecasting.py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98848" y="3328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AutoARIMA pipeline using shared functions imported from forecasting.py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43400" y="393192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43400" y="3931920"/>
            <a:ext cx="64008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98848" y="4005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Multivariate_forecasting.py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98848" y="43342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training, then scores ARIMA/LSTM/naive together via compare_arima_lstm()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revenue driver nationwide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leads all bike shops in sales volume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beats a naive forecast at every grouping level (MASE 0.45–0.79)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remains valuable for interpretable, smooth forecasts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MASE, not MAPE, is the trustworthy metric — MAPE explodes near zero-value actuals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factors (weather, promotions, seasonality)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regional cluster forecasting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with Transformer / Prophet models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interactive forecasting dashboard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retraining pipeline for real-time updates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Interactive Dashboard: </a:t>
            </a:r>
            <a:pPr algn="l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https://public.tableau.com/app/profile/ella.claude/viz/BikesslaesForecast/Story1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Bikes Sales Forecasting</dc:title>
  <dc:subject>PptxGenJS Presentation</dc:subject>
  <dc:creator>Ella Ndalla</dc:creator>
  <cp:lastModifiedBy>Ella Ndalla</cp:lastModifiedBy>
  <cp:revision>1</cp:revision>
  <dcterms:created xsi:type="dcterms:W3CDTF">2026-03-17T14:26:03Z</dcterms:created>
  <dcterms:modified xsi:type="dcterms:W3CDTF">2026-03-17T14:26:03Z</dcterms:modified>
</cp:coreProperties>
</file>